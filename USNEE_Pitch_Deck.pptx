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USNEE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A84FF"/>
                </a:solidFill>
                <a:latin typeface="Arial"/>
              </a:defRPr>
            </a:pPr>
            <a:r>
              <a:t>Harm Reduction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Arial"/>
              </a:defRPr>
            </a:pPr>
            <a:r>
              <a:t>The first stigma-free consumption tracker built for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Arial"/>
              </a:defRPr>
            </a:pPr>
            <a:r>
              <a:t>Pre-A Round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16 Million People. Zero Safe Tools.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32004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453A"/>
                </a:solidFill>
                <a:latin typeface="Arial"/>
              </a:defRPr>
            </a:pPr>
            <a:r>
              <a:t>100,000+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Arial"/>
              </a:defRPr>
            </a:pPr>
            <a:r>
              <a:t>Overdose deaths per year globally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53A"/>
                </a:solidFill>
                <a:latin typeface="Arial"/>
              </a:defRPr>
            </a:pPr>
            <a:r>
              <a:t>Preventable with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200400" cy="32004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F0A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017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Arial"/>
              </a:defRPr>
            </a:pPr>
            <a:r>
              <a:t>Dedicated harm-reduction apps in Telegram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00400" cy="32004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Stigma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017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Arial"/>
              </a:defRPr>
            </a:pPr>
            <a:r>
              <a:t>Existing apps are moralizing, judgmental, or abstinence-only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8E93"/>
                </a:solidFill>
                <a:latin typeface="Arial"/>
              </a:defRPr>
            </a:pPr>
            <a:r>
              <a:t>"Every day, 275 people die from overdose. Not because help doesn't exist — because they had no data to act on."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Meet Users Where They 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474720" cy="36576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84FF"/>
                </a:solidFill>
                <a:latin typeface="Arial"/>
              </a:defRPr>
            </a:pPr>
            <a:r>
              <a:t>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84FF"/>
                </a:solidFill>
                <a:latin typeface="Arial"/>
              </a:defRPr>
            </a:pPr>
            <a:r>
              <a:t>Stigma-Free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93"/>
                </a:solidFill>
                <a:latin typeface="Arial"/>
              </a:defRPr>
            </a:pPr>
            <a:r>
              <a:t>Log injections without judgment. Gamified harm reduction with achievements for safe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011680"/>
            <a:ext cx="3474720" cy="36576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453A"/>
                </a:solidFill>
                <a:latin typeface="Arial"/>
              </a:defRPr>
            </a:pPr>
            <a:r>
              <a:t>Protect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3A"/>
                </a:solidFill>
                <a:latin typeface="Arial"/>
              </a:defRPr>
            </a:pPr>
            <a:r>
              <a:t>Emergency-Ready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474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93"/>
                </a:solidFill>
                <a:latin typeface="Arial"/>
              </a:defRPr>
            </a:pPr>
            <a:r>
              <a:t>One-tap SOS button. Hotlines, recovery position guide, naloxone info — always accessible.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011680"/>
            <a:ext cx="3474720" cy="36576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0D158"/>
                </a:solidFill>
                <a:latin typeface="Arial"/>
              </a:defRPr>
            </a:pPr>
            <a:r>
              <a:t>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D158"/>
                </a:solidFill>
                <a:latin typeface="Arial"/>
              </a:defRPr>
            </a:pPr>
            <a:r>
              <a:t>Data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3474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8E93"/>
                </a:solidFill>
                <a:latin typeface="Arial"/>
              </a:defRPr>
            </a:pPr>
            <a:r>
              <a:t>Encrypted local storage. No accounts, no tracking, no ads. Works inside Telegram's privacy envelope.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Dark. Glassmorphic. Native to Telegram.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2926080" cy="4572000"/>
          </a:xfrm>
          <a:prstGeom prst="roundRect">
            <a:avLst>
              <a:gd name="adj" fmla="val 15000"/>
            </a:avLst>
          </a:prstGeom>
          <a:solidFill>
            <a:srgbClr val="141416"/>
          </a:solidFill>
          <a:ln w="25400"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46320" y="2011680"/>
            <a:ext cx="2926080" cy="4572000"/>
          </a:xfrm>
          <a:prstGeom prst="roundRect">
            <a:avLst>
              <a:gd name="adj" fmla="val 15000"/>
            </a:avLst>
          </a:prstGeom>
          <a:solidFill>
            <a:srgbClr val="141416"/>
          </a:solidFill>
          <a:ln w="25400"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21040" y="2011680"/>
            <a:ext cx="2926080" cy="4572000"/>
          </a:xfrm>
          <a:prstGeom prst="roundRect">
            <a:avLst>
              <a:gd name="adj" fmla="val 15000"/>
            </a:avLst>
          </a:prstGeom>
          <a:solidFill>
            <a:srgbClr val="141416"/>
          </a:solidFill>
          <a:ln w="25400"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Arial"/>
              </a:defRPr>
            </a:pPr>
            <a:r>
              <a:t>Trigger Selector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Arial"/>
              </a:defRPr>
            </a:pPr>
            <a:r>
              <a:t>Safety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Arial"/>
              </a:defRPr>
            </a:pPr>
            <a:r>
              <a:t>Emergency 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Massive, Underserved, Growing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058400" cy="1188720"/>
          </a:xfrm>
          <a:prstGeom prst="roundRect">
            <a:avLst>
              <a:gd name="adj" fmla="val 8000"/>
            </a:avLst>
          </a:prstGeom>
          <a:solidFill>
            <a:srgbClr val="3C3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23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$4.2B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331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Global digital health for substance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1188720"/>
          </a:xfrm>
          <a:prstGeom prst="roundRect">
            <a:avLst>
              <a:gd name="adj" fmla="val 8000"/>
            </a:avLst>
          </a:prstGeom>
          <a:solidFill>
            <a:srgbClr val="28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611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86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$280M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94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Telegram-heavy regions (EU, CIS, LATAM)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37760"/>
            <a:ext cx="10058400" cy="1188720"/>
          </a:xfrm>
          <a:prstGeom prst="roundRect">
            <a:avLst>
              <a:gd name="adj" fmla="val 8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074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49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$2.8M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57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Year 1: 100K MAU @ $28 ARPU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Freemium + B2B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36576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Revenue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84FF"/>
                </a:solidFill>
                <a:latin typeface="Arial"/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B2C Freemium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$4.99/mo 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855F7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B2B Data Licenses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069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Anonymized data for NGOs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D158"/>
                </a:solidFill>
                <a:latin typeface="Arial"/>
              </a:defRPr>
            </a:pPr>
            <a: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Institutional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White-label for gov programs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4846320" cy="36576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Unit 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LTV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0D158"/>
                </a:solidFill>
                <a:latin typeface="Arial"/>
              </a:defRPr>
            </a:pPr>
            <a:r>
              <a:t>$45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CAC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84FF"/>
                </a:solidFill>
                <a:latin typeface="Arial"/>
              </a:defRPr>
            </a:pPr>
            <a:r>
              <a:t>$0.15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LTV/CAC = 300:1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  <a:latin typeface="Arial"/>
              </a:defRPr>
            </a:pPr>
            <a:r>
              <a:t>Organic Telegram growth = near-zero CAC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MVP Complete. Ready to Scale.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Screens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Arial"/>
              </a:defRPr>
            </a:pPr>
            <a:r>
              <a:t>Fully functional, 0 build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0-&gt;100K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MAU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Arial"/>
              </a:defRPr>
            </a:pPr>
            <a:r>
              <a:t>Month 12 post-funding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976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$0-&gt;$5K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MRR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Arial"/>
              </a:defRPr>
            </a:pPr>
            <a:r>
              <a:t>Month 12, 3% conversion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480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84FF"/>
                </a:solidFill>
                <a:latin typeface="Arial"/>
              </a:defRPr>
            </a:pPr>
            <a:r>
              <a:t>$400K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Pre-A 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Arial"/>
              </a:defRPr>
            </a:pPr>
            <a:r>
              <a:t>15-20% equity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Mission-Driven. Technical. Executing.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286000"/>
            <a:ext cx="731520" cy="73152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CEO /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51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Product &amp; mission lead. Personal connection to harm-reduction community.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2286000"/>
            <a:ext cx="731520" cy="73152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651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Built entire stack: FastAPI, PostgreSQL, React 18, Docker. 12 screens, 0 errors.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976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57200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Design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937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Apple-style glassmorphism system. Framer Motion animations.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976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4572000"/>
            <a:ext cx="731520" cy="731520"/>
          </a:xfrm>
          <a:prstGeom prst="ellipse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617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Community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937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Harm-reduction advocate. NGO connections. [Hiring with Pre-A]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8E93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84FF"/>
                </a:solidFill>
                <a:latin typeface="Arial"/>
              </a:defRPr>
            </a:pPr>
            <a:r>
              <a:t>$400K Pre-A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84FF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Product R&amp;D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$160K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Advanced analytics, ML detection, native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5468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84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Growth &amp;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$120K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Telegram optimization, NGO partnerships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9768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434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84FF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Team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$80K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Community lead, data scientist, 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440680"/>
            <a:ext cx="10058400" cy="100584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84FF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Arial"/>
              </a:defRPr>
            </a:pPr>
            <a:r>
              <a:t>$40K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Arial"/>
              </a:defRPr>
            </a:pPr>
            <a:r>
              <a:t>GDPR compliance, certifications, insurance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USNEE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E8E93"/>
                </a:solidFill>
                <a:latin typeface="Arial"/>
              </a:defRPr>
            </a:pPr>
            <a:r>
              <a:t>We're not just building an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A84FF"/>
                </a:solidFill>
                <a:latin typeface="Arial"/>
              </a:defRPr>
            </a:pPr>
            <a:r>
              <a:t>We're building a lifeline.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Arial"/>
              </a:defRPr>
            </a:pPr>
            <a:r>
              <a:t>github.com/AdamFolz/usnee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Arial"/>
              </a:defRPr>
            </a:pPr>
            <a:r>
              <a:t>contact@usnee.app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